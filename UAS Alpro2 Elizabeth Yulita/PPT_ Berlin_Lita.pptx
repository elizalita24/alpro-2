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digiana Toybox" charset="1" panose="02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12" Target="../media/image16.png" Type="http://schemas.openxmlformats.org/officeDocument/2006/relationships/image"/><Relationship Id="rId13" Target="../media/image17.png" Type="http://schemas.openxmlformats.org/officeDocument/2006/relationships/image"/><Relationship Id="rId14" Target="../media/image18.pn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3.png" Type="http://schemas.openxmlformats.org/officeDocument/2006/relationships/image"/><Relationship Id="rId7" Target="../media/image2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14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4.png" Type="http://schemas.openxmlformats.org/officeDocument/2006/relationships/image"/><Relationship Id="rId14" Target="../media/image15.png" Type="http://schemas.openxmlformats.org/officeDocument/2006/relationships/image"/><Relationship Id="rId15" Target="../media/image16.png" Type="http://schemas.openxmlformats.org/officeDocument/2006/relationships/image"/><Relationship Id="rId16" Target="../media/image17.png" Type="http://schemas.openxmlformats.org/officeDocument/2006/relationships/image"/><Relationship Id="rId17" Target="../media/image18.pn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2.jpeg" Type="http://schemas.openxmlformats.org/officeDocument/2006/relationships/image"/><Relationship Id="rId5" Target="../media/image33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5.jpe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38.jpe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58741" y="-246011"/>
            <a:ext cx="10792512" cy="10779021"/>
          </a:xfrm>
          <a:custGeom>
            <a:avLst/>
            <a:gdLst/>
            <a:ahLst/>
            <a:cxnLst/>
            <a:rect r="r" b="b" t="t" l="l"/>
            <a:pathLst>
              <a:path h="10779021" w="10792512">
                <a:moveTo>
                  <a:pt x="0" y="0"/>
                </a:moveTo>
                <a:lnTo>
                  <a:pt x="10792512" y="0"/>
                </a:lnTo>
                <a:lnTo>
                  <a:pt x="10792512" y="10779022"/>
                </a:lnTo>
                <a:lnTo>
                  <a:pt x="0" y="107790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0" y="-707716"/>
            <a:ext cx="18521771" cy="3472832"/>
          </a:xfrm>
          <a:custGeom>
            <a:avLst/>
            <a:gdLst/>
            <a:ahLst/>
            <a:cxnLst/>
            <a:rect r="r" b="b" t="t" l="l"/>
            <a:pathLst>
              <a:path h="3472832" w="18521771">
                <a:moveTo>
                  <a:pt x="0" y="0"/>
                </a:moveTo>
                <a:lnTo>
                  <a:pt x="18521771" y="0"/>
                </a:lnTo>
                <a:lnTo>
                  <a:pt x="18521771" y="3472832"/>
                </a:lnTo>
                <a:lnTo>
                  <a:pt x="0" y="34728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33771" y="-246011"/>
            <a:ext cx="10792512" cy="10779021"/>
          </a:xfrm>
          <a:custGeom>
            <a:avLst/>
            <a:gdLst/>
            <a:ahLst/>
            <a:cxnLst/>
            <a:rect r="r" b="b" t="t" l="l"/>
            <a:pathLst>
              <a:path h="10779021" w="10792512">
                <a:moveTo>
                  <a:pt x="0" y="0"/>
                </a:moveTo>
                <a:lnTo>
                  <a:pt x="10792512" y="0"/>
                </a:lnTo>
                <a:lnTo>
                  <a:pt x="10792512" y="10779022"/>
                </a:lnTo>
                <a:lnTo>
                  <a:pt x="0" y="107790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07013" y="4956537"/>
            <a:ext cx="7057155" cy="2337683"/>
          </a:xfrm>
          <a:custGeom>
            <a:avLst/>
            <a:gdLst/>
            <a:ahLst/>
            <a:cxnLst/>
            <a:rect r="r" b="b" t="t" l="l"/>
            <a:pathLst>
              <a:path h="2337683" w="7057155">
                <a:moveTo>
                  <a:pt x="0" y="0"/>
                </a:moveTo>
                <a:lnTo>
                  <a:pt x="7057155" y="0"/>
                </a:lnTo>
                <a:lnTo>
                  <a:pt x="7057155" y="2337683"/>
                </a:lnTo>
                <a:lnTo>
                  <a:pt x="0" y="23376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80394" y="2659182"/>
            <a:ext cx="1246684" cy="1303154"/>
          </a:xfrm>
          <a:custGeom>
            <a:avLst/>
            <a:gdLst/>
            <a:ahLst/>
            <a:cxnLst/>
            <a:rect r="r" b="b" t="t" l="l"/>
            <a:pathLst>
              <a:path h="1303154" w="1246684">
                <a:moveTo>
                  <a:pt x="0" y="0"/>
                </a:moveTo>
                <a:lnTo>
                  <a:pt x="1246684" y="0"/>
                </a:lnTo>
                <a:lnTo>
                  <a:pt x="1246684" y="1303153"/>
                </a:lnTo>
                <a:lnTo>
                  <a:pt x="0" y="13031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048076" y="2051406"/>
            <a:ext cx="4422447" cy="1896124"/>
          </a:xfrm>
          <a:custGeom>
            <a:avLst/>
            <a:gdLst/>
            <a:ahLst/>
            <a:cxnLst/>
            <a:rect r="r" b="b" t="t" l="l"/>
            <a:pathLst>
              <a:path h="1896124" w="4422447">
                <a:moveTo>
                  <a:pt x="0" y="0"/>
                </a:moveTo>
                <a:lnTo>
                  <a:pt x="4422448" y="0"/>
                </a:lnTo>
                <a:lnTo>
                  <a:pt x="4422448" y="1896125"/>
                </a:lnTo>
                <a:lnTo>
                  <a:pt x="0" y="18961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40075">
            <a:off x="-1443640" y="6151074"/>
            <a:ext cx="5332458" cy="2286291"/>
          </a:xfrm>
          <a:custGeom>
            <a:avLst/>
            <a:gdLst/>
            <a:ahLst/>
            <a:cxnLst/>
            <a:rect r="r" b="b" t="t" l="l"/>
            <a:pathLst>
              <a:path h="2286291" w="5332458">
                <a:moveTo>
                  <a:pt x="0" y="0"/>
                </a:moveTo>
                <a:lnTo>
                  <a:pt x="5332458" y="0"/>
                </a:lnTo>
                <a:lnTo>
                  <a:pt x="5332458" y="2286292"/>
                </a:lnTo>
                <a:lnTo>
                  <a:pt x="0" y="22862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28044" y="7608545"/>
            <a:ext cx="18521771" cy="3472832"/>
          </a:xfrm>
          <a:custGeom>
            <a:avLst/>
            <a:gdLst/>
            <a:ahLst/>
            <a:cxnLst/>
            <a:rect r="r" b="b" t="t" l="l"/>
            <a:pathLst>
              <a:path h="3472832" w="18521771">
                <a:moveTo>
                  <a:pt x="0" y="0"/>
                </a:moveTo>
                <a:lnTo>
                  <a:pt x="18521772" y="0"/>
                </a:lnTo>
                <a:lnTo>
                  <a:pt x="18521772" y="3472832"/>
                </a:lnTo>
                <a:lnTo>
                  <a:pt x="0" y="34728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79526" y="3163330"/>
            <a:ext cx="3366747" cy="3586415"/>
          </a:xfrm>
          <a:custGeom>
            <a:avLst/>
            <a:gdLst/>
            <a:ahLst/>
            <a:cxnLst/>
            <a:rect r="r" b="b" t="t" l="l"/>
            <a:pathLst>
              <a:path h="3586415" w="3366747">
                <a:moveTo>
                  <a:pt x="0" y="0"/>
                </a:moveTo>
                <a:lnTo>
                  <a:pt x="3366747" y="0"/>
                </a:lnTo>
                <a:lnTo>
                  <a:pt x="3366747" y="3586415"/>
                </a:lnTo>
                <a:lnTo>
                  <a:pt x="0" y="358641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0" y="3147631"/>
            <a:ext cx="10279526" cy="1467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0"/>
              </a:lnSpc>
              <a:spcBef>
                <a:spcPct val="0"/>
              </a:spcBef>
            </a:pPr>
            <a:r>
              <a:rPr lang="en-US" sz="8600">
                <a:solidFill>
                  <a:srgbClr val="FFFFFF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UAS ALPRO 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926802" y="4261856"/>
            <a:ext cx="3149975" cy="2311294"/>
          </a:xfrm>
          <a:custGeom>
            <a:avLst/>
            <a:gdLst/>
            <a:ahLst/>
            <a:cxnLst/>
            <a:rect r="r" b="b" t="t" l="l"/>
            <a:pathLst>
              <a:path h="2311294" w="3149975">
                <a:moveTo>
                  <a:pt x="0" y="0"/>
                </a:moveTo>
                <a:lnTo>
                  <a:pt x="3149974" y="0"/>
                </a:lnTo>
                <a:lnTo>
                  <a:pt x="3149974" y="2311293"/>
                </a:lnTo>
                <a:lnTo>
                  <a:pt x="0" y="231129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211224" y="1413431"/>
            <a:ext cx="4422447" cy="1896124"/>
          </a:xfrm>
          <a:custGeom>
            <a:avLst/>
            <a:gdLst/>
            <a:ahLst/>
            <a:cxnLst/>
            <a:rect r="r" b="b" t="t" l="l"/>
            <a:pathLst>
              <a:path h="1896124" w="4422447">
                <a:moveTo>
                  <a:pt x="0" y="0"/>
                </a:moveTo>
                <a:lnTo>
                  <a:pt x="4422448" y="0"/>
                </a:lnTo>
                <a:lnTo>
                  <a:pt x="4422448" y="1896125"/>
                </a:lnTo>
                <a:lnTo>
                  <a:pt x="0" y="18961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22589" y="4823724"/>
            <a:ext cx="8122474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‘ program mengenai penjualan kue kering’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48871" y="9351620"/>
            <a:ext cx="812247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By : Berlin &amp; Lita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01453" y="6199102"/>
            <a:ext cx="4635199" cy="1535410"/>
          </a:xfrm>
          <a:custGeom>
            <a:avLst/>
            <a:gdLst/>
            <a:ahLst/>
            <a:cxnLst/>
            <a:rect r="r" b="b" t="t" l="l"/>
            <a:pathLst>
              <a:path h="1535410" w="4635199">
                <a:moveTo>
                  <a:pt x="0" y="0"/>
                </a:moveTo>
                <a:lnTo>
                  <a:pt x="4635198" y="0"/>
                </a:lnTo>
                <a:lnTo>
                  <a:pt x="4635198" y="1535410"/>
                </a:lnTo>
                <a:lnTo>
                  <a:pt x="0" y="15354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5078" y="3423849"/>
            <a:ext cx="10593584" cy="326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28"/>
              </a:lnSpc>
              <a:spcBef>
                <a:spcPct val="0"/>
              </a:spcBef>
            </a:pPr>
            <a:r>
              <a:rPr lang="en-US" sz="9377">
                <a:solidFill>
                  <a:srgbClr val="FFFFFF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Permasalahan dan Solusi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406407" y="3080022"/>
            <a:ext cx="1480463" cy="1547523"/>
          </a:xfrm>
          <a:custGeom>
            <a:avLst/>
            <a:gdLst/>
            <a:ahLst/>
            <a:cxnLst/>
            <a:rect r="r" b="b" t="t" l="l"/>
            <a:pathLst>
              <a:path h="1547523" w="1480463">
                <a:moveTo>
                  <a:pt x="0" y="0"/>
                </a:moveTo>
                <a:lnTo>
                  <a:pt x="1480464" y="0"/>
                </a:lnTo>
                <a:lnTo>
                  <a:pt x="1480464" y="1547523"/>
                </a:lnTo>
                <a:lnTo>
                  <a:pt x="0" y="15475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630400" y="186340"/>
            <a:ext cx="7315200" cy="3136392"/>
          </a:xfrm>
          <a:custGeom>
            <a:avLst/>
            <a:gdLst/>
            <a:ahLst/>
            <a:cxnLst/>
            <a:rect r="r" b="b" t="t" l="l"/>
            <a:pathLst>
              <a:path h="3136392" w="7315200">
                <a:moveTo>
                  <a:pt x="0" y="0"/>
                </a:moveTo>
                <a:lnTo>
                  <a:pt x="7315200" y="0"/>
                </a:lnTo>
                <a:lnTo>
                  <a:pt x="7315200" y="3136392"/>
                </a:lnTo>
                <a:lnTo>
                  <a:pt x="0" y="31363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628900" y="7150608"/>
            <a:ext cx="7315200" cy="3136392"/>
          </a:xfrm>
          <a:custGeom>
            <a:avLst/>
            <a:gdLst/>
            <a:ahLst/>
            <a:cxnLst/>
            <a:rect r="r" b="b" t="t" l="l"/>
            <a:pathLst>
              <a:path h="3136392" w="7315200">
                <a:moveTo>
                  <a:pt x="0" y="0"/>
                </a:moveTo>
                <a:lnTo>
                  <a:pt x="7315200" y="0"/>
                </a:lnTo>
                <a:lnTo>
                  <a:pt x="7315200" y="3136392"/>
                </a:lnTo>
                <a:lnTo>
                  <a:pt x="0" y="31363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52706" y="4627545"/>
            <a:ext cx="3732693" cy="2738863"/>
          </a:xfrm>
          <a:custGeom>
            <a:avLst/>
            <a:gdLst/>
            <a:ahLst/>
            <a:cxnLst/>
            <a:rect r="r" b="b" t="t" l="l"/>
            <a:pathLst>
              <a:path h="2738863" w="3732693">
                <a:moveTo>
                  <a:pt x="0" y="0"/>
                </a:moveTo>
                <a:lnTo>
                  <a:pt x="3732692" y="0"/>
                </a:lnTo>
                <a:lnTo>
                  <a:pt x="3732692" y="2738863"/>
                </a:lnTo>
                <a:lnTo>
                  <a:pt x="0" y="27388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3657600" y="-824834"/>
            <a:ext cx="7315200" cy="3136392"/>
          </a:xfrm>
          <a:custGeom>
            <a:avLst/>
            <a:gdLst/>
            <a:ahLst/>
            <a:cxnLst/>
            <a:rect r="r" b="b" t="t" l="l"/>
            <a:pathLst>
              <a:path h="3136392" w="7315200">
                <a:moveTo>
                  <a:pt x="0" y="0"/>
                </a:moveTo>
                <a:lnTo>
                  <a:pt x="7315200" y="0"/>
                </a:lnTo>
                <a:lnTo>
                  <a:pt x="7315200" y="3136392"/>
                </a:lnTo>
                <a:lnTo>
                  <a:pt x="0" y="31363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34458" y="250613"/>
            <a:ext cx="830750" cy="868380"/>
          </a:xfrm>
          <a:custGeom>
            <a:avLst/>
            <a:gdLst/>
            <a:ahLst/>
            <a:cxnLst/>
            <a:rect r="r" b="b" t="t" l="l"/>
            <a:pathLst>
              <a:path h="868380" w="830750">
                <a:moveTo>
                  <a:pt x="0" y="0"/>
                </a:moveTo>
                <a:lnTo>
                  <a:pt x="830750" y="0"/>
                </a:lnTo>
                <a:lnTo>
                  <a:pt x="830750" y="868380"/>
                </a:lnTo>
                <a:lnTo>
                  <a:pt x="0" y="8683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205642">
            <a:off x="4606216" y="354813"/>
            <a:ext cx="830750" cy="868380"/>
          </a:xfrm>
          <a:custGeom>
            <a:avLst/>
            <a:gdLst/>
            <a:ahLst/>
            <a:cxnLst/>
            <a:rect r="r" b="b" t="t" l="l"/>
            <a:pathLst>
              <a:path h="868380" w="830750">
                <a:moveTo>
                  <a:pt x="0" y="0"/>
                </a:moveTo>
                <a:lnTo>
                  <a:pt x="830750" y="0"/>
                </a:lnTo>
                <a:lnTo>
                  <a:pt x="830750" y="868379"/>
                </a:lnTo>
                <a:lnTo>
                  <a:pt x="0" y="8683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589643" y="1026573"/>
            <a:ext cx="1076755" cy="601637"/>
          </a:xfrm>
          <a:custGeom>
            <a:avLst/>
            <a:gdLst/>
            <a:ahLst/>
            <a:cxnLst/>
            <a:rect r="r" b="b" t="t" l="l"/>
            <a:pathLst>
              <a:path h="601637" w="1076755">
                <a:moveTo>
                  <a:pt x="0" y="0"/>
                </a:moveTo>
                <a:lnTo>
                  <a:pt x="1076756" y="0"/>
                </a:lnTo>
                <a:lnTo>
                  <a:pt x="1076756" y="601637"/>
                </a:lnTo>
                <a:lnTo>
                  <a:pt x="0" y="6016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021591" y="934972"/>
            <a:ext cx="1283992" cy="784840"/>
          </a:xfrm>
          <a:custGeom>
            <a:avLst/>
            <a:gdLst/>
            <a:ahLst/>
            <a:cxnLst/>
            <a:rect r="r" b="b" t="t" l="l"/>
            <a:pathLst>
              <a:path h="784840" w="1283992">
                <a:moveTo>
                  <a:pt x="0" y="0"/>
                </a:moveTo>
                <a:lnTo>
                  <a:pt x="1283992" y="0"/>
                </a:lnTo>
                <a:lnTo>
                  <a:pt x="1283992" y="784840"/>
                </a:lnTo>
                <a:lnTo>
                  <a:pt x="0" y="7848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053740" y="1029367"/>
            <a:ext cx="1072536" cy="690445"/>
          </a:xfrm>
          <a:custGeom>
            <a:avLst/>
            <a:gdLst/>
            <a:ahLst/>
            <a:cxnLst/>
            <a:rect r="r" b="b" t="t" l="l"/>
            <a:pathLst>
              <a:path h="690445" w="1072536">
                <a:moveTo>
                  <a:pt x="0" y="0"/>
                </a:moveTo>
                <a:lnTo>
                  <a:pt x="1072535" y="0"/>
                </a:lnTo>
                <a:lnTo>
                  <a:pt x="1072535" y="690445"/>
                </a:lnTo>
                <a:lnTo>
                  <a:pt x="0" y="69044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516577" y="962896"/>
            <a:ext cx="919862" cy="728991"/>
          </a:xfrm>
          <a:custGeom>
            <a:avLst/>
            <a:gdLst/>
            <a:ahLst/>
            <a:cxnLst/>
            <a:rect r="r" b="b" t="t" l="l"/>
            <a:pathLst>
              <a:path h="728991" w="919862">
                <a:moveTo>
                  <a:pt x="0" y="0"/>
                </a:moveTo>
                <a:lnTo>
                  <a:pt x="919862" y="0"/>
                </a:lnTo>
                <a:lnTo>
                  <a:pt x="919862" y="728991"/>
                </a:lnTo>
                <a:lnTo>
                  <a:pt x="0" y="72899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919731" y="962896"/>
            <a:ext cx="1187520" cy="715481"/>
          </a:xfrm>
          <a:custGeom>
            <a:avLst/>
            <a:gdLst/>
            <a:ahLst/>
            <a:cxnLst/>
            <a:rect r="r" b="b" t="t" l="l"/>
            <a:pathLst>
              <a:path h="715481" w="1187520">
                <a:moveTo>
                  <a:pt x="0" y="0"/>
                </a:moveTo>
                <a:lnTo>
                  <a:pt x="1187520" y="0"/>
                </a:lnTo>
                <a:lnTo>
                  <a:pt x="1187520" y="715481"/>
                </a:lnTo>
                <a:lnTo>
                  <a:pt x="0" y="71548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497553" y="847996"/>
            <a:ext cx="1035131" cy="958790"/>
          </a:xfrm>
          <a:custGeom>
            <a:avLst/>
            <a:gdLst/>
            <a:ahLst/>
            <a:cxnLst/>
            <a:rect r="r" b="b" t="t" l="l"/>
            <a:pathLst>
              <a:path h="958790" w="1035131">
                <a:moveTo>
                  <a:pt x="0" y="0"/>
                </a:moveTo>
                <a:lnTo>
                  <a:pt x="1035131" y="0"/>
                </a:lnTo>
                <a:lnTo>
                  <a:pt x="1035131" y="958791"/>
                </a:lnTo>
                <a:lnTo>
                  <a:pt x="0" y="95879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58392" y="6121908"/>
            <a:ext cx="7315200" cy="3136392"/>
          </a:xfrm>
          <a:custGeom>
            <a:avLst/>
            <a:gdLst/>
            <a:ahLst/>
            <a:cxnLst/>
            <a:rect r="r" b="b" t="t" l="l"/>
            <a:pathLst>
              <a:path h="3136392" w="7315200">
                <a:moveTo>
                  <a:pt x="0" y="0"/>
                </a:moveTo>
                <a:lnTo>
                  <a:pt x="7315200" y="0"/>
                </a:lnTo>
                <a:lnTo>
                  <a:pt x="7315200" y="3136392"/>
                </a:lnTo>
                <a:lnTo>
                  <a:pt x="0" y="3136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32572" y="2151573"/>
            <a:ext cx="7315200" cy="3136392"/>
          </a:xfrm>
          <a:custGeom>
            <a:avLst/>
            <a:gdLst/>
            <a:ahLst/>
            <a:cxnLst/>
            <a:rect r="r" b="b" t="t" l="l"/>
            <a:pathLst>
              <a:path h="3136392" w="7315200">
                <a:moveTo>
                  <a:pt x="0" y="0"/>
                </a:moveTo>
                <a:lnTo>
                  <a:pt x="7315200" y="0"/>
                </a:lnTo>
                <a:lnTo>
                  <a:pt x="7315200" y="3136392"/>
                </a:lnTo>
                <a:lnTo>
                  <a:pt x="0" y="3136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2830" y="4561692"/>
            <a:ext cx="9800694" cy="3934538"/>
          </a:xfrm>
          <a:custGeom>
            <a:avLst/>
            <a:gdLst/>
            <a:ahLst/>
            <a:cxnLst/>
            <a:rect r="r" b="b" t="t" l="l"/>
            <a:pathLst>
              <a:path h="3934538" w="9800694">
                <a:moveTo>
                  <a:pt x="0" y="0"/>
                </a:moveTo>
                <a:lnTo>
                  <a:pt x="9800694" y="0"/>
                </a:lnTo>
                <a:lnTo>
                  <a:pt x="9800694" y="3934537"/>
                </a:lnTo>
                <a:lnTo>
                  <a:pt x="0" y="39345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644" b="-907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00969" y="5647875"/>
            <a:ext cx="7037520" cy="4084458"/>
          </a:xfrm>
          <a:custGeom>
            <a:avLst/>
            <a:gdLst/>
            <a:ahLst/>
            <a:cxnLst/>
            <a:rect r="r" b="b" t="t" l="l"/>
            <a:pathLst>
              <a:path h="4084458" w="7037520">
                <a:moveTo>
                  <a:pt x="0" y="0"/>
                </a:moveTo>
                <a:lnTo>
                  <a:pt x="7037520" y="0"/>
                </a:lnTo>
                <a:lnTo>
                  <a:pt x="7037520" y="4084458"/>
                </a:lnTo>
                <a:lnTo>
                  <a:pt x="0" y="40844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2674" b="-879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208056" y="2646873"/>
            <a:ext cx="9585978" cy="286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91" indent="-442595" lvl="1">
              <a:lnSpc>
                <a:spcPts val="5740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adanya pencatatan informasi customer dan detail pesanan</a:t>
            </a:r>
          </a:p>
          <a:p>
            <a:pPr algn="l">
              <a:lnSpc>
                <a:spcPts val="5740"/>
              </a:lnSpc>
            </a:pPr>
          </a:p>
          <a:p>
            <a:pPr algn="l">
              <a:lnSpc>
                <a:spcPts val="574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47538" y="46548"/>
            <a:ext cx="16611762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19250" indent="-809625" lvl="1">
              <a:lnSpc>
                <a:spcPts val="10500"/>
              </a:lnSpc>
              <a:spcBef>
                <a:spcPct val="0"/>
              </a:spcBef>
              <a:buAutoNum type="arabicPeriod" startAt="1"/>
            </a:pPr>
            <a:r>
              <a:rPr lang="en-US" sz="7500">
                <a:solidFill>
                  <a:srgbClr val="FFFFFF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Lupa Mencatat Order Pelanggan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74709" y="1427673"/>
            <a:ext cx="3006428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FFFFFF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solusi : 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5032896" y="6088665"/>
            <a:ext cx="7315200" cy="100584"/>
          </a:xfrm>
          <a:custGeom>
            <a:avLst/>
            <a:gdLst/>
            <a:ahLst/>
            <a:cxnLst/>
            <a:rect r="r" b="b" t="t" l="l"/>
            <a:pathLst>
              <a:path h="100584" w="7315200">
                <a:moveTo>
                  <a:pt x="0" y="0"/>
                </a:moveTo>
                <a:lnTo>
                  <a:pt x="7315200" y="0"/>
                </a:lnTo>
                <a:lnTo>
                  <a:pt x="7315200" y="100584"/>
                </a:lnTo>
                <a:lnTo>
                  <a:pt x="0" y="100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84972" y="2303973"/>
            <a:ext cx="7315200" cy="3136392"/>
          </a:xfrm>
          <a:custGeom>
            <a:avLst/>
            <a:gdLst/>
            <a:ahLst/>
            <a:cxnLst/>
            <a:rect r="r" b="b" t="t" l="l"/>
            <a:pathLst>
              <a:path h="3136392" w="7315200">
                <a:moveTo>
                  <a:pt x="0" y="0"/>
                </a:moveTo>
                <a:lnTo>
                  <a:pt x="7315200" y="0"/>
                </a:lnTo>
                <a:lnTo>
                  <a:pt x="7315200" y="3136392"/>
                </a:lnTo>
                <a:lnTo>
                  <a:pt x="0" y="3136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3721460"/>
            <a:ext cx="8730540" cy="5827635"/>
          </a:xfrm>
          <a:custGeom>
            <a:avLst/>
            <a:gdLst/>
            <a:ahLst/>
            <a:cxnLst/>
            <a:rect r="r" b="b" t="t" l="l"/>
            <a:pathLst>
              <a:path h="5827635" w="8730540">
                <a:moveTo>
                  <a:pt x="0" y="0"/>
                </a:moveTo>
                <a:lnTo>
                  <a:pt x="8730540" y="0"/>
                </a:lnTo>
                <a:lnTo>
                  <a:pt x="8730540" y="5827635"/>
                </a:lnTo>
                <a:lnTo>
                  <a:pt x="0" y="58276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67983" y="6844514"/>
            <a:ext cx="7315200" cy="3136392"/>
          </a:xfrm>
          <a:custGeom>
            <a:avLst/>
            <a:gdLst/>
            <a:ahLst/>
            <a:cxnLst/>
            <a:rect r="r" b="b" t="t" l="l"/>
            <a:pathLst>
              <a:path h="3136392" w="7315200">
                <a:moveTo>
                  <a:pt x="0" y="0"/>
                </a:moveTo>
                <a:lnTo>
                  <a:pt x="7315200" y="0"/>
                </a:lnTo>
                <a:lnTo>
                  <a:pt x="7315200" y="3136392"/>
                </a:lnTo>
                <a:lnTo>
                  <a:pt x="0" y="3136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7551" y="4848508"/>
            <a:ext cx="6491955" cy="3992012"/>
          </a:xfrm>
          <a:custGeom>
            <a:avLst/>
            <a:gdLst/>
            <a:ahLst/>
            <a:cxnLst/>
            <a:rect r="r" b="b" t="t" l="l"/>
            <a:pathLst>
              <a:path h="3992012" w="6491955">
                <a:moveTo>
                  <a:pt x="0" y="0"/>
                </a:moveTo>
                <a:lnTo>
                  <a:pt x="6491955" y="0"/>
                </a:lnTo>
                <a:lnTo>
                  <a:pt x="6491955" y="3992012"/>
                </a:lnTo>
                <a:lnTo>
                  <a:pt x="0" y="39920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823" t="-21739" r="-36137" b="-4827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238004" y="21950"/>
            <a:ext cx="19092459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  <a:spcBef>
                <a:spcPct val="0"/>
              </a:spcBef>
            </a:pPr>
            <a:r>
              <a:rPr lang="en-US" sz="6900">
                <a:solidFill>
                  <a:srgbClr val="FFFFFF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2. Bukti Pembayaran yang sering hilang/lupa 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64816" y="1351639"/>
            <a:ext cx="2354316" cy="74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FFFFFF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Solusi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238004" y="2249530"/>
            <a:ext cx="8667496" cy="286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91" indent="-442595" lvl="1">
              <a:lnSpc>
                <a:spcPts val="5740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User wajib mengunggah bukti pembayaran (jpg/png/jpeg) sebelum checkout.</a:t>
            </a:r>
          </a:p>
          <a:p>
            <a:pPr algn="l">
              <a:lnSpc>
                <a:spcPts val="574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937270" y="1351639"/>
            <a:ext cx="9144000" cy="286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</a:p>
          <a:p>
            <a:pPr algn="l" marL="885191" indent="-442595" lvl="1">
              <a:lnSpc>
                <a:spcPts val="5740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Bukti disimpan otomatis ke folder lokal dan tercatat di database.</a:t>
            </a:r>
          </a:p>
          <a:p>
            <a:pPr algn="l">
              <a:lnSpc>
                <a:spcPts val="574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39924" y="6197913"/>
            <a:ext cx="6320698" cy="3060387"/>
          </a:xfrm>
          <a:custGeom>
            <a:avLst/>
            <a:gdLst/>
            <a:ahLst/>
            <a:cxnLst/>
            <a:rect r="r" b="b" t="t" l="l"/>
            <a:pathLst>
              <a:path h="3060387" w="6320698">
                <a:moveTo>
                  <a:pt x="0" y="0"/>
                </a:moveTo>
                <a:lnTo>
                  <a:pt x="6320698" y="0"/>
                </a:lnTo>
                <a:lnTo>
                  <a:pt x="6320698" y="3060387"/>
                </a:lnTo>
                <a:lnTo>
                  <a:pt x="0" y="3060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70780" y="2626593"/>
            <a:ext cx="3277095" cy="2003124"/>
          </a:xfrm>
          <a:custGeom>
            <a:avLst/>
            <a:gdLst/>
            <a:ahLst/>
            <a:cxnLst/>
            <a:rect r="r" b="b" t="t" l="l"/>
            <a:pathLst>
              <a:path h="2003124" w="3277095">
                <a:moveTo>
                  <a:pt x="0" y="0"/>
                </a:moveTo>
                <a:lnTo>
                  <a:pt x="3277095" y="0"/>
                </a:lnTo>
                <a:lnTo>
                  <a:pt x="3277095" y="2003124"/>
                </a:lnTo>
                <a:lnTo>
                  <a:pt x="0" y="20031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53324" y="6121908"/>
            <a:ext cx="7315200" cy="3136392"/>
          </a:xfrm>
          <a:custGeom>
            <a:avLst/>
            <a:gdLst/>
            <a:ahLst/>
            <a:cxnLst/>
            <a:rect r="r" b="b" t="t" l="l"/>
            <a:pathLst>
              <a:path h="3136392" w="7315200">
                <a:moveTo>
                  <a:pt x="0" y="0"/>
                </a:moveTo>
                <a:lnTo>
                  <a:pt x="7315200" y="0"/>
                </a:lnTo>
                <a:lnTo>
                  <a:pt x="7315200" y="3136392"/>
                </a:lnTo>
                <a:lnTo>
                  <a:pt x="0" y="3136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9854" y="2325730"/>
            <a:ext cx="9381730" cy="5722855"/>
          </a:xfrm>
          <a:custGeom>
            <a:avLst/>
            <a:gdLst/>
            <a:ahLst/>
            <a:cxnLst/>
            <a:rect r="r" b="b" t="t" l="l"/>
            <a:pathLst>
              <a:path h="5722855" w="9381730">
                <a:moveTo>
                  <a:pt x="0" y="0"/>
                </a:moveTo>
                <a:lnTo>
                  <a:pt x="9381729" y="0"/>
                </a:lnTo>
                <a:lnTo>
                  <a:pt x="9381729" y="5722855"/>
                </a:lnTo>
                <a:lnTo>
                  <a:pt x="0" y="57228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26545"/>
            <a:ext cx="19092459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  <a:spcBef>
                <a:spcPct val="0"/>
              </a:spcBef>
            </a:pPr>
            <a:r>
              <a:rPr lang="en-US" sz="6900">
                <a:solidFill>
                  <a:srgbClr val="FFFFFF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3. Sulit Melacak Pesanan Pelanggan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64816" y="1351639"/>
            <a:ext cx="2354316" cy="74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FFFFFF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Solusi :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77259" y="1762485"/>
            <a:ext cx="7315200" cy="3136392"/>
          </a:xfrm>
          <a:custGeom>
            <a:avLst/>
            <a:gdLst/>
            <a:ahLst/>
            <a:cxnLst/>
            <a:rect r="r" b="b" t="t" l="l"/>
            <a:pathLst>
              <a:path h="3136392" w="7315200">
                <a:moveTo>
                  <a:pt x="0" y="0"/>
                </a:moveTo>
                <a:lnTo>
                  <a:pt x="7315200" y="0"/>
                </a:lnTo>
                <a:lnTo>
                  <a:pt x="7315200" y="3136392"/>
                </a:lnTo>
                <a:lnTo>
                  <a:pt x="0" y="3136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27975" y="3556878"/>
            <a:ext cx="9146173" cy="5493572"/>
          </a:xfrm>
          <a:custGeom>
            <a:avLst/>
            <a:gdLst/>
            <a:ahLst/>
            <a:cxnLst/>
            <a:rect r="r" b="b" t="t" l="l"/>
            <a:pathLst>
              <a:path h="5493572" w="9146173">
                <a:moveTo>
                  <a:pt x="0" y="0"/>
                </a:moveTo>
                <a:lnTo>
                  <a:pt x="9146173" y="0"/>
                </a:lnTo>
                <a:lnTo>
                  <a:pt x="9146173" y="5493573"/>
                </a:lnTo>
                <a:lnTo>
                  <a:pt x="0" y="54935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79" r="0" b="-77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5351" y="2528249"/>
            <a:ext cx="7931436" cy="3453689"/>
          </a:xfrm>
          <a:custGeom>
            <a:avLst/>
            <a:gdLst/>
            <a:ahLst/>
            <a:cxnLst/>
            <a:rect r="r" b="b" t="t" l="l"/>
            <a:pathLst>
              <a:path h="3453689" w="7931436">
                <a:moveTo>
                  <a:pt x="0" y="0"/>
                </a:moveTo>
                <a:lnTo>
                  <a:pt x="7931436" y="0"/>
                </a:lnTo>
                <a:lnTo>
                  <a:pt x="7931436" y="3453688"/>
                </a:lnTo>
                <a:lnTo>
                  <a:pt x="0" y="34536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-130450"/>
            <a:ext cx="19092459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  <a:spcBef>
                <a:spcPct val="0"/>
              </a:spcBef>
            </a:pPr>
            <a:r>
              <a:rPr lang="en-US" sz="6900">
                <a:solidFill>
                  <a:srgbClr val="FFFFFF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4. Manajemen Supplier yang masih manual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64816" y="1351639"/>
            <a:ext cx="2354316" cy="745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FFFFFF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Solusi :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059075" y="7016918"/>
            <a:ext cx="3639432" cy="2033533"/>
          </a:xfrm>
          <a:custGeom>
            <a:avLst/>
            <a:gdLst/>
            <a:ahLst/>
            <a:cxnLst/>
            <a:rect r="r" b="b" t="t" l="l"/>
            <a:pathLst>
              <a:path h="2033533" w="3639432">
                <a:moveTo>
                  <a:pt x="0" y="0"/>
                </a:moveTo>
                <a:lnTo>
                  <a:pt x="3639432" y="0"/>
                </a:lnTo>
                <a:lnTo>
                  <a:pt x="3639432" y="2033533"/>
                </a:lnTo>
                <a:lnTo>
                  <a:pt x="0" y="20335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67700" y="5807906"/>
            <a:ext cx="4635199" cy="1535410"/>
          </a:xfrm>
          <a:custGeom>
            <a:avLst/>
            <a:gdLst/>
            <a:ahLst/>
            <a:cxnLst/>
            <a:rect r="r" b="b" t="t" l="l"/>
            <a:pathLst>
              <a:path h="1535410" w="4635199">
                <a:moveTo>
                  <a:pt x="0" y="0"/>
                </a:moveTo>
                <a:lnTo>
                  <a:pt x="4635199" y="0"/>
                </a:lnTo>
                <a:lnTo>
                  <a:pt x="4635199" y="1535410"/>
                </a:lnTo>
                <a:lnTo>
                  <a:pt x="0" y="15354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41337" y="2779203"/>
            <a:ext cx="1817724" cy="1900060"/>
          </a:xfrm>
          <a:custGeom>
            <a:avLst/>
            <a:gdLst/>
            <a:ahLst/>
            <a:cxnLst/>
            <a:rect r="r" b="b" t="t" l="l"/>
            <a:pathLst>
              <a:path h="1900060" w="1817724">
                <a:moveTo>
                  <a:pt x="0" y="0"/>
                </a:moveTo>
                <a:lnTo>
                  <a:pt x="1817724" y="0"/>
                </a:lnTo>
                <a:lnTo>
                  <a:pt x="1817724" y="1900060"/>
                </a:lnTo>
                <a:lnTo>
                  <a:pt x="0" y="19000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89102" y="3438129"/>
            <a:ext cx="8472738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FFFFFF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Keunggulan Program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630400" y="186340"/>
            <a:ext cx="7315200" cy="3136392"/>
          </a:xfrm>
          <a:custGeom>
            <a:avLst/>
            <a:gdLst/>
            <a:ahLst/>
            <a:cxnLst/>
            <a:rect r="r" b="b" t="t" l="l"/>
            <a:pathLst>
              <a:path h="3136392" w="7315200">
                <a:moveTo>
                  <a:pt x="0" y="0"/>
                </a:moveTo>
                <a:lnTo>
                  <a:pt x="7315200" y="0"/>
                </a:lnTo>
                <a:lnTo>
                  <a:pt x="7315200" y="3136392"/>
                </a:lnTo>
                <a:lnTo>
                  <a:pt x="0" y="31363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512026">
            <a:off x="1362100" y="5370542"/>
            <a:ext cx="1817724" cy="1900060"/>
          </a:xfrm>
          <a:custGeom>
            <a:avLst/>
            <a:gdLst/>
            <a:ahLst/>
            <a:cxnLst/>
            <a:rect r="r" b="b" t="t" l="l"/>
            <a:pathLst>
              <a:path h="1900060" w="1817724">
                <a:moveTo>
                  <a:pt x="0" y="0"/>
                </a:moveTo>
                <a:lnTo>
                  <a:pt x="1817724" y="0"/>
                </a:lnTo>
                <a:lnTo>
                  <a:pt x="1817724" y="1900060"/>
                </a:lnTo>
                <a:lnTo>
                  <a:pt x="0" y="19000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225624" y="7150608"/>
            <a:ext cx="7315200" cy="3136392"/>
          </a:xfrm>
          <a:custGeom>
            <a:avLst/>
            <a:gdLst/>
            <a:ahLst/>
            <a:cxnLst/>
            <a:rect r="r" b="b" t="t" l="l"/>
            <a:pathLst>
              <a:path h="3136392" w="7315200">
                <a:moveTo>
                  <a:pt x="0" y="0"/>
                </a:moveTo>
                <a:lnTo>
                  <a:pt x="7315200" y="0"/>
                </a:lnTo>
                <a:lnTo>
                  <a:pt x="7315200" y="3136392"/>
                </a:lnTo>
                <a:lnTo>
                  <a:pt x="0" y="31363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671416" y="3530841"/>
            <a:ext cx="3027768" cy="3225318"/>
          </a:xfrm>
          <a:custGeom>
            <a:avLst/>
            <a:gdLst/>
            <a:ahLst/>
            <a:cxnLst/>
            <a:rect r="r" b="b" t="t" l="l"/>
            <a:pathLst>
              <a:path h="3225318" w="3027768">
                <a:moveTo>
                  <a:pt x="0" y="0"/>
                </a:moveTo>
                <a:lnTo>
                  <a:pt x="3027767" y="0"/>
                </a:lnTo>
                <a:lnTo>
                  <a:pt x="3027767" y="3225318"/>
                </a:lnTo>
                <a:lnTo>
                  <a:pt x="0" y="32253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062288" y="4879308"/>
            <a:ext cx="1797653" cy="2057400"/>
          </a:xfrm>
          <a:custGeom>
            <a:avLst/>
            <a:gdLst/>
            <a:ahLst/>
            <a:cxnLst/>
            <a:rect r="r" b="b" t="t" l="l"/>
            <a:pathLst>
              <a:path h="2057400" w="1797653">
                <a:moveTo>
                  <a:pt x="0" y="0"/>
                </a:moveTo>
                <a:lnTo>
                  <a:pt x="1797654" y="0"/>
                </a:lnTo>
                <a:lnTo>
                  <a:pt x="179765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959358" y="4642676"/>
            <a:ext cx="1479650" cy="2294032"/>
          </a:xfrm>
          <a:custGeom>
            <a:avLst/>
            <a:gdLst/>
            <a:ahLst/>
            <a:cxnLst/>
            <a:rect r="r" b="b" t="t" l="l"/>
            <a:pathLst>
              <a:path h="2294032" w="1479650">
                <a:moveTo>
                  <a:pt x="0" y="0"/>
                </a:moveTo>
                <a:lnTo>
                  <a:pt x="1479650" y="0"/>
                </a:lnTo>
                <a:lnTo>
                  <a:pt x="1479650" y="2294032"/>
                </a:lnTo>
                <a:lnTo>
                  <a:pt x="0" y="22940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282724" y="170488"/>
            <a:ext cx="845630" cy="883934"/>
          </a:xfrm>
          <a:custGeom>
            <a:avLst/>
            <a:gdLst/>
            <a:ahLst/>
            <a:cxnLst/>
            <a:rect r="r" b="b" t="t" l="l"/>
            <a:pathLst>
              <a:path h="883934" w="845630">
                <a:moveTo>
                  <a:pt x="0" y="0"/>
                </a:moveTo>
                <a:lnTo>
                  <a:pt x="845630" y="0"/>
                </a:lnTo>
                <a:lnTo>
                  <a:pt x="845630" y="883934"/>
                </a:lnTo>
                <a:lnTo>
                  <a:pt x="0" y="8839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4205642">
            <a:off x="4296350" y="276554"/>
            <a:ext cx="845630" cy="883934"/>
          </a:xfrm>
          <a:custGeom>
            <a:avLst/>
            <a:gdLst/>
            <a:ahLst/>
            <a:cxnLst/>
            <a:rect r="r" b="b" t="t" l="l"/>
            <a:pathLst>
              <a:path h="883934" w="845630">
                <a:moveTo>
                  <a:pt x="0" y="0"/>
                </a:moveTo>
                <a:lnTo>
                  <a:pt x="845630" y="0"/>
                </a:lnTo>
                <a:lnTo>
                  <a:pt x="845630" y="883934"/>
                </a:lnTo>
                <a:lnTo>
                  <a:pt x="0" y="8839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315305" y="960347"/>
            <a:ext cx="1096042" cy="612414"/>
          </a:xfrm>
          <a:custGeom>
            <a:avLst/>
            <a:gdLst/>
            <a:ahLst/>
            <a:cxnLst/>
            <a:rect r="r" b="b" t="t" l="l"/>
            <a:pathLst>
              <a:path h="612414" w="1096042">
                <a:moveTo>
                  <a:pt x="0" y="0"/>
                </a:moveTo>
                <a:lnTo>
                  <a:pt x="1096042" y="0"/>
                </a:lnTo>
                <a:lnTo>
                  <a:pt x="1096042" y="612413"/>
                </a:lnTo>
                <a:lnTo>
                  <a:pt x="0" y="612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719165" y="867104"/>
            <a:ext cx="1306991" cy="798898"/>
          </a:xfrm>
          <a:custGeom>
            <a:avLst/>
            <a:gdLst/>
            <a:ahLst/>
            <a:cxnLst/>
            <a:rect r="r" b="b" t="t" l="l"/>
            <a:pathLst>
              <a:path h="798898" w="1306991">
                <a:moveTo>
                  <a:pt x="0" y="0"/>
                </a:moveTo>
                <a:lnTo>
                  <a:pt x="1306991" y="0"/>
                </a:lnTo>
                <a:lnTo>
                  <a:pt x="1306991" y="798899"/>
                </a:lnTo>
                <a:lnTo>
                  <a:pt x="0" y="79889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805626" y="963190"/>
            <a:ext cx="1091747" cy="702812"/>
          </a:xfrm>
          <a:custGeom>
            <a:avLst/>
            <a:gdLst/>
            <a:ahLst/>
            <a:cxnLst/>
            <a:rect r="r" b="b" t="t" l="l"/>
            <a:pathLst>
              <a:path h="702812" w="1091747">
                <a:moveTo>
                  <a:pt x="0" y="0"/>
                </a:moveTo>
                <a:lnTo>
                  <a:pt x="1091747" y="0"/>
                </a:lnTo>
                <a:lnTo>
                  <a:pt x="1091747" y="702813"/>
                </a:lnTo>
                <a:lnTo>
                  <a:pt x="0" y="70281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294666" y="895529"/>
            <a:ext cx="936339" cy="742048"/>
          </a:xfrm>
          <a:custGeom>
            <a:avLst/>
            <a:gdLst/>
            <a:ahLst/>
            <a:cxnLst/>
            <a:rect r="r" b="b" t="t" l="l"/>
            <a:pathLst>
              <a:path h="742048" w="936339">
                <a:moveTo>
                  <a:pt x="0" y="0"/>
                </a:moveTo>
                <a:lnTo>
                  <a:pt x="936339" y="0"/>
                </a:lnTo>
                <a:lnTo>
                  <a:pt x="936339" y="742049"/>
                </a:lnTo>
                <a:lnTo>
                  <a:pt x="0" y="74204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722953" y="895529"/>
            <a:ext cx="1208791" cy="728296"/>
          </a:xfrm>
          <a:custGeom>
            <a:avLst/>
            <a:gdLst/>
            <a:ahLst/>
            <a:cxnLst/>
            <a:rect r="r" b="b" t="t" l="l"/>
            <a:pathLst>
              <a:path h="728296" w="1208791">
                <a:moveTo>
                  <a:pt x="0" y="0"/>
                </a:moveTo>
                <a:lnTo>
                  <a:pt x="1208791" y="0"/>
                </a:lnTo>
                <a:lnTo>
                  <a:pt x="1208791" y="728297"/>
                </a:lnTo>
                <a:lnTo>
                  <a:pt x="0" y="72829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329037" y="778571"/>
            <a:ext cx="1053673" cy="975964"/>
          </a:xfrm>
          <a:custGeom>
            <a:avLst/>
            <a:gdLst/>
            <a:ahLst/>
            <a:cxnLst/>
            <a:rect r="r" b="b" t="t" l="l"/>
            <a:pathLst>
              <a:path h="975964" w="1053673">
                <a:moveTo>
                  <a:pt x="0" y="0"/>
                </a:moveTo>
                <a:lnTo>
                  <a:pt x="1053672" y="0"/>
                </a:lnTo>
                <a:lnTo>
                  <a:pt x="1053672" y="975965"/>
                </a:lnTo>
                <a:lnTo>
                  <a:pt x="0" y="97596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627810" y="33940"/>
            <a:ext cx="15962764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19250" indent="-809625" lvl="1">
              <a:lnSpc>
                <a:spcPts val="10500"/>
              </a:lnSpc>
              <a:spcBef>
                <a:spcPct val="0"/>
              </a:spcBef>
              <a:buAutoNum type="arabicPeriod" startAt="1"/>
            </a:pPr>
            <a:r>
              <a:rPr lang="en-US" sz="7500">
                <a:solidFill>
                  <a:srgbClr val="FFFFFF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 Tampilan GUI yang user friendly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630400" y="186340"/>
            <a:ext cx="7315200" cy="3136392"/>
          </a:xfrm>
          <a:custGeom>
            <a:avLst/>
            <a:gdLst/>
            <a:ahLst/>
            <a:cxnLst/>
            <a:rect r="r" b="b" t="t" l="l"/>
            <a:pathLst>
              <a:path h="3136392" w="7315200">
                <a:moveTo>
                  <a:pt x="0" y="0"/>
                </a:moveTo>
                <a:lnTo>
                  <a:pt x="7315200" y="0"/>
                </a:lnTo>
                <a:lnTo>
                  <a:pt x="7315200" y="3136392"/>
                </a:lnTo>
                <a:lnTo>
                  <a:pt x="0" y="3136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5736" y="1754536"/>
            <a:ext cx="9925208" cy="5644962"/>
          </a:xfrm>
          <a:custGeom>
            <a:avLst/>
            <a:gdLst/>
            <a:ahLst/>
            <a:cxnLst/>
            <a:rect r="r" b="b" t="t" l="l"/>
            <a:pathLst>
              <a:path h="5644962" w="9925208">
                <a:moveTo>
                  <a:pt x="0" y="0"/>
                </a:moveTo>
                <a:lnTo>
                  <a:pt x="9925207" y="0"/>
                </a:lnTo>
                <a:lnTo>
                  <a:pt x="9925207" y="5644962"/>
                </a:lnTo>
                <a:lnTo>
                  <a:pt x="0" y="5644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06943" y="3733143"/>
            <a:ext cx="4715093" cy="6071617"/>
          </a:xfrm>
          <a:custGeom>
            <a:avLst/>
            <a:gdLst/>
            <a:ahLst/>
            <a:cxnLst/>
            <a:rect r="r" b="b" t="t" l="l"/>
            <a:pathLst>
              <a:path h="6071617" w="4715093">
                <a:moveTo>
                  <a:pt x="0" y="0"/>
                </a:moveTo>
                <a:lnTo>
                  <a:pt x="4715093" y="0"/>
                </a:lnTo>
                <a:lnTo>
                  <a:pt x="4715093" y="6071617"/>
                </a:lnTo>
                <a:lnTo>
                  <a:pt x="0" y="60716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35430" y="7961721"/>
            <a:ext cx="2132909" cy="1690331"/>
          </a:xfrm>
          <a:custGeom>
            <a:avLst/>
            <a:gdLst/>
            <a:ahLst/>
            <a:cxnLst/>
            <a:rect r="r" b="b" t="t" l="l"/>
            <a:pathLst>
              <a:path h="1690331" w="2132909">
                <a:moveTo>
                  <a:pt x="0" y="0"/>
                </a:moveTo>
                <a:lnTo>
                  <a:pt x="2132910" y="0"/>
                </a:lnTo>
                <a:lnTo>
                  <a:pt x="2132910" y="1690331"/>
                </a:lnTo>
                <a:lnTo>
                  <a:pt x="0" y="1690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0001" y="33940"/>
            <a:ext cx="15962764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FFFFFF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2. Login Admin yang Aman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630400" y="186340"/>
            <a:ext cx="7315200" cy="3136392"/>
          </a:xfrm>
          <a:custGeom>
            <a:avLst/>
            <a:gdLst/>
            <a:ahLst/>
            <a:cxnLst/>
            <a:rect r="r" b="b" t="t" l="l"/>
            <a:pathLst>
              <a:path h="3136392" w="7315200">
                <a:moveTo>
                  <a:pt x="0" y="0"/>
                </a:moveTo>
                <a:lnTo>
                  <a:pt x="7315200" y="0"/>
                </a:lnTo>
                <a:lnTo>
                  <a:pt x="7315200" y="3136392"/>
                </a:lnTo>
                <a:lnTo>
                  <a:pt x="0" y="3136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41808" y="2825212"/>
            <a:ext cx="9528026" cy="5237628"/>
          </a:xfrm>
          <a:custGeom>
            <a:avLst/>
            <a:gdLst/>
            <a:ahLst/>
            <a:cxnLst/>
            <a:rect r="r" b="b" t="t" l="l"/>
            <a:pathLst>
              <a:path h="5237628" w="9528026">
                <a:moveTo>
                  <a:pt x="0" y="0"/>
                </a:moveTo>
                <a:lnTo>
                  <a:pt x="9528027" y="0"/>
                </a:lnTo>
                <a:lnTo>
                  <a:pt x="9528027" y="5237628"/>
                </a:lnTo>
                <a:lnTo>
                  <a:pt x="0" y="52376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992700" y="7690104"/>
            <a:ext cx="7315200" cy="3136392"/>
          </a:xfrm>
          <a:custGeom>
            <a:avLst/>
            <a:gdLst/>
            <a:ahLst/>
            <a:cxnLst/>
            <a:rect r="r" b="b" t="t" l="l"/>
            <a:pathLst>
              <a:path h="3136392" w="7315200">
                <a:moveTo>
                  <a:pt x="0" y="0"/>
                </a:moveTo>
                <a:lnTo>
                  <a:pt x="7315200" y="0"/>
                </a:lnTo>
                <a:lnTo>
                  <a:pt x="7315200" y="3136392"/>
                </a:lnTo>
                <a:lnTo>
                  <a:pt x="0" y="3136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373380"/>
            <a:ext cx="19092459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  <a:spcBef>
                <a:spcPct val="0"/>
              </a:spcBef>
            </a:pPr>
            <a:r>
              <a:rPr lang="en-US" sz="6900">
                <a:solidFill>
                  <a:srgbClr val="FFFFFF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3. Stok Barang yang Ter Update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404006" y="1963806"/>
            <a:ext cx="7315200" cy="3136392"/>
          </a:xfrm>
          <a:custGeom>
            <a:avLst/>
            <a:gdLst/>
            <a:ahLst/>
            <a:cxnLst/>
            <a:rect r="r" b="b" t="t" l="l"/>
            <a:pathLst>
              <a:path h="3136392" w="7315200">
                <a:moveTo>
                  <a:pt x="0" y="0"/>
                </a:moveTo>
                <a:lnTo>
                  <a:pt x="7315200" y="0"/>
                </a:lnTo>
                <a:lnTo>
                  <a:pt x="7315200" y="3136392"/>
                </a:lnTo>
                <a:lnTo>
                  <a:pt x="0" y="3136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55476" y="7903870"/>
            <a:ext cx="7315200" cy="3136392"/>
          </a:xfrm>
          <a:custGeom>
            <a:avLst/>
            <a:gdLst/>
            <a:ahLst/>
            <a:cxnLst/>
            <a:rect r="r" b="b" t="t" l="l"/>
            <a:pathLst>
              <a:path h="3136392" w="7315200">
                <a:moveTo>
                  <a:pt x="0" y="0"/>
                </a:moveTo>
                <a:lnTo>
                  <a:pt x="7315200" y="0"/>
                </a:lnTo>
                <a:lnTo>
                  <a:pt x="7315200" y="3136392"/>
                </a:lnTo>
                <a:lnTo>
                  <a:pt x="0" y="3136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1302" y="2126649"/>
            <a:ext cx="3887041" cy="6054869"/>
          </a:xfrm>
          <a:custGeom>
            <a:avLst/>
            <a:gdLst/>
            <a:ahLst/>
            <a:cxnLst/>
            <a:rect r="r" b="b" t="t" l="l"/>
            <a:pathLst>
              <a:path h="6054869" w="3887041">
                <a:moveTo>
                  <a:pt x="0" y="0"/>
                </a:moveTo>
                <a:lnTo>
                  <a:pt x="3887041" y="0"/>
                </a:lnTo>
                <a:lnTo>
                  <a:pt x="3887041" y="6054869"/>
                </a:lnTo>
                <a:lnTo>
                  <a:pt x="0" y="6054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7509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55518" y="4329997"/>
            <a:ext cx="1961794" cy="1064273"/>
          </a:xfrm>
          <a:custGeom>
            <a:avLst/>
            <a:gdLst/>
            <a:ahLst/>
            <a:cxnLst/>
            <a:rect r="r" b="b" t="t" l="l"/>
            <a:pathLst>
              <a:path h="1064273" w="1961794">
                <a:moveTo>
                  <a:pt x="0" y="0"/>
                </a:moveTo>
                <a:lnTo>
                  <a:pt x="1961794" y="0"/>
                </a:lnTo>
                <a:lnTo>
                  <a:pt x="1961794" y="1064274"/>
                </a:lnTo>
                <a:lnTo>
                  <a:pt x="0" y="10642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973687" y="2253032"/>
            <a:ext cx="3202820" cy="6051503"/>
          </a:xfrm>
          <a:custGeom>
            <a:avLst/>
            <a:gdLst/>
            <a:ahLst/>
            <a:cxnLst/>
            <a:rect r="r" b="b" t="t" l="l"/>
            <a:pathLst>
              <a:path h="6051503" w="3202820">
                <a:moveTo>
                  <a:pt x="0" y="0"/>
                </a:moveTo>
                <a:lnTo>
                  <a:pt x="3202820" y="0"/>
                </a:lnTo>
                <a:lnTo>
                  <a:pt x="3202820" y="6051504"/>
                </a:lnTo>
                <a:lnTo>
                  <a:pt x="0" y="60515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25256" t="0" r="-8418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07450" y="4329997"/>
            <a:ext cx="1961794" cy="1064273"/>
          </a:xfrm>
          <a:custGeom>
            <a:avLst/>
            <a:gdLst/>
            <a:ahLst/>
            <a:cxnLst/>
            <a:rect r="r" b="b" t="t" l="l"/>
            <a:pathLst>
              <a:path h="1064273" w="1961794">
                <a:moveTo>
                  <a:pt x="0" y="0"/>
                </a:moveTo>
                <a:lnTo>
                  <a:pt x="1961795" y="0"/>
                </a:lnTo>
                <a:lnTo>
                  <a:pt x="1961795" y="1064274"/>
                </a:lnTo>
                <a:lnTo>
                  <a:pt x="0" y="10642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867214" y="2112320"/>
            <a:ext cx="3877833" cy="5975756"/>
          </a:xfrm>
          <a:custGeom>
            <a:avLst/>
            <a:gdLst/>
            <a:ahLst/>
            <a:cxnLst/>
            <a:rect r="r" b="b" t="t" l="l"/>
            <a:pathLst>
              <a:path h="5975756" w="3877833">
                <a:moveTo>
                  <a:pt x="0" y="0"/>
                </a:moveTo>
                <a:lnTo>
                  <a:pt x="3877833" y="0"/>
                </a:lnTo>
                <a:lnTo>
                  <a:pt x="3877833" y="5975756"/>
                </a:lnTo>
                <a:lnTo>
                  <a:pt x="0" y="59757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72141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092937" y="4104642"/>
            <a:ext cx="923771" cy="757492"/>
          </a:xfrm>
          <a:custGeom>
            <a:avLst/>
            <a:gdLst/>
            <a:ahLst/>
            <a:cxnLst/>
            <a:rect r="r" b="b" t="t" l="l"/>
            <a:pathLst>
              <a:path h="757492" w="923771">
                <a:moveTo>
                  <a:pt x="0" y="0"/>
                </a:moveTo>
                <a:lnTo>
                  <a:pt x="923771" y="0"/>
                </a:lnTo>
                <a:lnTo>
                  <a:pt x="923771" y="757492"/>
                </a:lnTo>
                <a:lnTo>
                  <a:pt x="0" y="7574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344245" y="4017846"/>
            <a:ext cx="923771" cy="757492"/>
          </a:xfrm>
          <a:custGeom>
            <a:avLst/>
            <a:gdLst/>
            <a:ahLst/>
            <a:cxnLst/>
            <a:rect r="r" b="b" t="t" l="l"/>
            <a:pathLst>
              <a:path h="757492" w="923771">
                <a:moveTo>
                  <a:pt x="0" y="0"/>
                </a:moveTo>
                <a:lnTo>
                  <a:pt x="923771" y="0"/>
                </a:lnTo>
                <a:lnTo>
                  <a:pt x="923771" y="757492"/>
                </a:lnTo>
                <a:lnTo>
                  <a:pt x="0" y="7574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30400" y="1809279"/>
            <a:ext cx="7315200" cy="3136392"/>
          </a:xfrm>
          <a:custGeom>
            <a:avLst/>
            <a:gdLst/>
            <a:ahLst/>
            <a:cxnLst/>
            <a:rect r="r" b="b" t="t" l="l"/>
            <a:pathLst>
              <a:path h="3136392" w="7315200">
                <a:moveTo>
                  <a:pt x="0" y="0"/>
                </a:moveTo>
                <a:lnTo>
                  <a:pt x="7315200" y="0"/>
                </a:lnTo>
                <a:lnTo>
                  <a:pt x="7315200" y="3136392"/>
                </a:lnTo>
                <a:lnTo>
                  <a:pt x="0" y="3136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255476" y="7903870"/>
            <a:ext cx="7315200" cy="3136392"/>
          </a:xfrm>
          <a:custGeom>
            <a:avLst/>
            <a:gdLst/>
            <a:ahLst/>
            <a:cxnLst/>
            <a:rect r="r" b="b" t="t" l="l"/>
            <a:pathLst>
              <a:path h="3136392" w="7315200">
                <a:moveTo>
                  <a:pt x="0" y="0"/>
                </a:moveTo>
                <a:lnTo>
                  <a:pt x="7315200" y="0"/>
                </a:lnTo>
                <a:lnTo>
                  <a:pt x="7315200" y="3136392"/>
                </a:lnTo>
                <a:lnTo>
                  <a:pt x="0" y="3136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8102" y="1963806"/>
            <a:ext cx="8535898" cy="1752168"/>
          </a:xfrm>
          <a:custGeom>
            <a:avLst/>
            <a:gdLst/>
            <a:ahLst/>
            <a:cxnLst/>
            <a:rect r="r" b="b" t="t" l="l"/>
            <a:pathLst>
              <a:path h="1752168" w="8535898">
                <a:moveTo>
                  <a:pt x="0" y="0"/>
                </a:moveTo>
                <a:lnTo>
                  <a:pt x="8535898" y="0"/>
                </a:lnTo>
                <a:lnTo>
                  <a:pt x="8535898" y="1752168"/>
                </a:lnTo>
                <a:lnTo>
                  <a:pt x="0" y="17521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91794" y="3990187"/>
            <a:ext cx="9381730" cy="5722855"/>
          </a:xfrm>
          <a:custGeom>
            <a:avLst/>
            <a:gdLst/>
            <a:ahLst/>
            <a:cxnLst/>
            <a:rect r="r" b="b" t="t" l="l"/>
            <a:pathLst>
              <a:path h="5722855" w="9381730">
                <a:moveTo>
                  <a:pt x="0" y="0"/>
                </a:moveTo>
                <a:lnTo>
                  <a:pt x="9381729" y="0"/>
                </a:lnTo>
                <a:lnTo>
                  <a:pt x="9381729" y="5722855"/>
                </a:lnTo>
                <a:lnTo>
                  <a:pt x="0" y="57228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626239">
            <a:off x="2621967" y="4745982"/>
            <a:ext cx="2875514" cy="2127880"/>
          </a:xfrm>
          <a:custGeom>
            <a:avLst/>
            <a:gdLst/>
            <a:ahLst/>
            <a:cxnLst/>
            <a:rect r="r" b="b" t="t" l="l"/>
            <a:pathLst>
              <a:path h="2127880" w="2875514">
                <a:moveTo>
                  <a:pt x="0" y="0"/>
                </a:moveTo>
                <a:lnTo>
                  <a:pt x="2875514" y="0"/>
                </a:lnTo>
                <a:lnTo>
                  <a:pt x="2875514" y="2127880"/>
                </a:lnTo>
                <a:lnTo>
                  <a:pt x="0" y="21278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373380"/>
            <a:ext cx="19092459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  <a:spcBef>
                <a:spcPct val="0"/>
              </a:spcBef>
            </a:pPr>
            <a:r>
              <a:rPr lang="en-US" sz="6900">
                <a:solidFill>
                  <a:srgbClr val="FFFFFF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4. Pencarian Tanggal Pengambilan</a:t>
            </a:r>
          </a:p>
        </p:txBody>
      </p: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98268" y="6114624"/>
            <a:ext cx="1196153" cy="1250334"/>
          </a:xfrm>
          <a:custGeom>
            <a:avLst/>
            <a:gdLst/>
            <a:ahLst/>
            <a:cxnLst/>
            <a:rect r="r" b="b" t="t" l="l"/>
            <a:pathLst>
              <a:path h="1250334" w="1196153">
                <a:moveTo>
                  <a:pt x="0" y="0"/>
                </a:moveTo>
                <a:lnTo>
                  <a:pt x="1196152" y="0"/>
                </a:lnTo>
                <a:lnTo>
                  <a:pt x="1196152" y="1250334"/>
                </a:lnTo>
                <a:lnTo>
                  <a:pt x="0" y="1250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205642">
            <a:off x="2286950" y="6264655"/>
            <a:ext cx="1196153" cy="1250334"/>
          </a:xfrm>
          <a:custGeom>
            <a:avLst/>
            <a:gdLst/>
            <a:ahLst/>
            <a:cxnLst/>
            <a:rect r="r" b="b" t="t" l="l"/>
            <a:pathLst>
              <a:path h="1250334" w="1196153">
                <a:moveTo>
                  <a:pt x="0" y="0"/>
                </a:moveTo>
                <a:lnTo>
                  <a:pt x="1196152" y="0"/>
                </a:lnTo>
                <a:lnTo>
                  <a:pt x="1196152" y="1250334"/>
                </a:lnTo>
                <a:lnTo>
                  <a:pt x="0" y="1250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31593" y="1028700"/>
            <a:ext cx="5712814" cy="2449369"/>
          </a:xfrm>
          <a:custGeom>
            <a:avLst/>
            <a:gdLst/>
            <a:ahLst/>
            <a:cxnLst/>
            <a:rect r="r" b="b" t="t" l="l"/>
            <a:pathLst>
              <a:path h="2449369" w="5712814">
                <a:moveTo>
                  <a:pt x="0" y="0"/>
                </a:moveTo>
                <a:lnTo>
                  <a:pt x="5712814" y="0"/>
                </a:lnTo>
                <a:lnTo>
                  <a:pt x="5712814" y="2449369"/>
                </a:lnTo>
                <a:lnTo>
                  <a:pt x="0" y="24493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665570" y="1028700"/>
            <a:ext cx="5712814" cy="2449369"/>
          </a:xfrm>
          <a:custGeom>
            <a:avLst/>
            <a:gdLst/>
            <a:ahLst/>
            <a:cxnLst/>
            <a:rect r="r" b="b" t="t" l="l"/>
            <a:pathLst>
              <a:path h="2449369" w="5712814">
                <a:moveTo>
                  <a:pt x="0" y="0"/>
                </a:moveTo>
                <a:lnTo>
                  <a:pt x="5712814" y="0"/>
                </a:lnTo>
                <a:lnTo>
                  <a:pt x="5712814" y="2449369"/>
                </a:lnTo>
                <a:lnTo>
                  <a:pt x="0" y="24493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142781" y="7231887"/>
            <a:ext cx="1550363" cy="866265"/>
          </a:xfrm>
          <a:custGeom>
            <a:avLst/>
            <a:gdLst/>
            <a:ahLst/>
            <a:cxnLst/>
            <a:rect r="r" b="b" t="t" l="l"/>
            <a:pathLst>
              <a:path h="866265" w="1550363">
                <a:moveTo>
                  <a:pt x="0" y="0"/>
                </a:moveTo>
                <a:lnTo>
                  <a:pt x="1550363" y="0"/>
                </a:lnTo>
                <a:lnTo>
                  <a:pt x="1550363" y="866266"/>
                </a:lnTo>
                <a:lnTo>
                  <a:pt x="0" y="8662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85026" y="7099995"/>
            <a:ext cx="1848752" cy="1130050"/>
          </a:xfrm>
          <a:custGeom>
            <a:avLst/>
            <a:gdLst/>
            <a:ahLst/>
            <a:cxnLst/>
            <a:rect r="r" b="b" t="t" l="l"/>
            <a:pathLst>
              <a:path h="1130050" w="1848752">
                <a:moveTo>
                  <a:pt x="0" y="0"/>
                </a:moveTo>
                <a:lnTo>
                  <a:pt x="1848752" y="0"/>
                </a:lnTo>
                <a:lnTo>
                  <a:pt x="1848752" y="1130050"/>
                </a:lnTo>
                <a:lnTo>
                  <a:pt x="0" y="11300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250856" y="7235910"/>
            <a:ext cx="1544287" cy="994135"/>
          </a:xfrm>
          <a:custGeom>
            <a:avLst/>
            <a:gdLst/>
            <a:ahLst/>
            <a:cxnLst/>
            <a:rect r="r" b="b" t="t" l="l"/>
            <a:pathLst>
              <a:path h="994135" w="1544287">
                <a:moveTo>
                  <a:pt x="0" y="0"/>
                </a:moveTo>
                <a:lnTo>
                  <a:pt x="1544288" y="0"/>
                </a:lnTo>
                <a:lnTo>
                  <a:pt x="1544288" y="994135"/>
                </a:lnTo>
                <a:lnTo>
                  <a:pt x="0" y="9941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57119" y="7140203"/>
            <a:ext cx="1324461" cy="1049635"/>
          </a:xfrm>
          <a:custGeom>
            <a:avLst/>
            <a:gdLst/>
            <a:ahLst/>
            <a:cxnLst/>
            <a:rect r="r" b="b" t="t" l="l"/>
            <a:pathLst>
              <a:path h="1049635" w="1324461">
                <a:moveTo>
                  <a:pt x="0" y="0"/>
                </a:moveTo>
                <a:lnTo>
                  <a:pt x="1324460" y="0"/>
                </a:lnTo>
                <a:lnTo>
                  <a:pt x="1324460" y="1049635"/>
                </a:lnTo>
                <a:lnTo>
                  <a:pt x="0" y="1049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377445" y="7140203"/>
            <a:ext cx="1709847" cy="1030183"/>
          </a:xfrm>
          <a:custGeom>
            <a:avLst/>
            <a:gdLst/>
            <a:ahLst/>
            <a:cxnLst/>
            <a:rect r="r" b="b" t="t" l="l"/>
            <a:pathLst>
              <a:path h="1030183" w="1709847">
                <a:moveTo>
                  <a:pt x="0" y="0"/>
                </a:moveTo>
                <a:lnTo>
                  <a:pt x="1709847" y="0"/>
                </a:lnTo>
                <a:lnTo>
                  <a:pt x="1709847" y="1030182"/>
                </a:lnTo>
                <a:lnTo>
                  <a:pt x="0" y="10301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649267" y="6974764"/>
            <a:ext cx="1490431" cy="1380511"/>
          </a:xfrm>
          <a:custGeom>
            <a:avLst/>
            <a:gdLst/>
            <a:ahLst/>
            <a:cxnLst/>
            <a:rect r="r" b="b" t="t" l="l"/>
            <a:pathLst>
              <a:path h="1380511" w="1490431">
                <a:moveTo>
                  <a:pt x="0" y="0"/>
                </a:moveTo>
                <a:lnTo>
                  <a:pt x="1490431" y="0"/>
                </a:lnTo>
                <a:lnTo>
                  <a:pt x="1490431" y="1380512"/>
                </a:lnTo>
                <a:lnTo>
                  <a:pt x="0" y="138051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98683" y="3385131"/>
            <a:ext cx="12690633" cy="148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79"/>
              </a:lnSpc>
              <a:spcBef>
                <a:spcPct val="0"/>
              </a:spcBef>
            </a:pPr>
            <a:r>
              <a:rPr lang="en-US" sz="8699">
                <a:solidFill>
                  <a:srgbClr val="FFFFFF"/>
                </a:solidFill>
                <a:latin typeface="Adigiana Toybox"/>
                <a:ea typeface="Adigiana Toybox"/>
                <a:cs typeface="Adigiana Toybox"/>
                <a:sym typeface="Adigiana Toybox"/>
              </a:rPr>
              <a:t>‘’ THANK YOUU ❤️ ‘’</a:t>
            </a: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DAGodkl-mys</dc:identifier>
  <dcterms:modified xsi:type="dcterms:W3CDTF">2011-08-01T06:04:30Z</dcterms:modified>
  <cp:revision>1</cp:revision>
  <dc:title>Presentasi Kue Tradisional Warna Cokelat Gaya Illustratif</dc:title>
</cp:coreProperties>
</file>